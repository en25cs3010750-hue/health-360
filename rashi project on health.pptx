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  <Relationship Id='rId10' Target='slides/slide5.xml' Type='http://schemas.openxmlformats.org/officeDocument/2006/relationships/slide' />
  <Relationship Id='rId11' Target='slides/slide6.xml' Type='http://schemas.openxmlformats.org/officeDocument/2006/relationships/slide' />
  <Relationship Id='rId12' Target='slides/slide7.xml' Type='http://schemas.openxmlformats.org/officeDocument/2006/relationships/slide' />
  <Relationship Id='rId13' Target='slides/slide8.xml' Type='http://schemas.openxmlformats.org/officeDocument/2006/relationships/slide' />
  <Relationship Id='rId14' Target='slides/slide9.xml' Type='http://schemas.openxmlformats.org/officeDocument/2006/relationships/slide' />
  <Relationship Id='rId15' Target='slides/slide10.xml' Type='http://schemas.openxmlformats.org/officeDocument/2006/relationships/slide' />
  <Relationship Id='rId16' Target='slides/slide11.xml' Type='http://schemas.openxmlformats.org/officeDocument/2006/relationships/slide' />
  <Relationship Id='rId17' Target='slides/slide12.xml' Type='http://schemas.openxmlformats.org/officeDocument/2006/relationships/slide' />
  <Relationship Id='rId18' Target='slides/slide13.xml' Type='http://schemas.openxmlformats.org/officeDocument/2006/relationships/slide' />
  <Relationship Id='rId19' Target='slides/slide14.xml' Type='http://schemas.openxmlformats.org/officeDocument/2006/relationships/slide' />
  <Relationship Id='rId20' Target='slides/slide15.xml' Type='http://schemas.openxmlformats.org/officeDocument/2006/relationships/slide' />
  <Relationship Id='rId21' Target='slides/slide16.xml' Type='http://schemas.openxmlformats.org/officeDocument/2006/relationships/slide' />
  <Relationship Id='rId22' Target='slides/slide17.xml' Type='http://schemas.openxmlformats.org/officeDocument/2006/relationships/slide' />
  <Relationship Id='rId23' Target='slides/slide18.xml' Type='http://schemas.openxmlformats.org/officeDocument/2006/relationships/slide' />
  <Relationship Id='rId24' Target='slides/slide19.xml' Type='http://schemas.openxmlformats.org/officeDocument/2006/relationships/slide' />
  <Relationship Id='rId25' Target='slides/slide20.xml' Type='http://schemas.openxmlformats.org/officeDocument/2006/relationships/slide' />
  <Relationship Id='rId26' Target='slides/slide21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6' Target='https://public.tableau.com/views/rashiprojectonhealth/Heartdiseasebyage' TargetMode='External' Type='http://schemas.openxmlformats.org/officeDocument/2006/relationships/hyperlink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0' Target='../media/image4.png' Type='http://schemas.openxmlformats.org/officeDocument/2006/relationships/image' />
</Relationships>

</file>

<file path=ppt/slides/_rels/slide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1' Target='../media/image5.png' Type='http://schemas.openxmlformats.org/officeDocument/2006/relationships/image' />
</Relationships>

</file>

<file path=ppt/slides/_rels/slide7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2' Target='../media/image6.png' Type='http://schemas.openxmlformats.org/officeDocument/2006/relationships/image' />
</Relationships>

</file>

<file path=ppt/slides/_rels/slide8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3' Target='../media/image7.png' Type='http://schemas.openxmlformats.org/officeDocument/2006/relationships/image' />
</Relationships>

</file>

<file path=ppt/slides/_rels/slide9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4' Target='../media/image8.png' Type='http://schemas.openxmlformats.org/officeDocument/2006/relationships/image' />
</Relationships>

</file>

<file path=ppt/slides/_rels/slide10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5' Target='../media/image9.png' Type='http://schemas.openxmlformats.org/officeDocument/2006/relationships/image' />
</Relationships>

</file>

<file path=ppt/slides/_rels/slide1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6' Target='../media/image10.png' Type='http://schemas.openxmlformats.org/officeDocument/2006/relationships/image' />
</Relationships>

</file>

<file path=ppt/slides/_rels/slide1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7' Target='../media/image11.png' Type='http://schemas.openxmlformats.org/officeDocument/2006/relationships/image' />
</Relationships>

</file>

<file path=ppt/slides/_rels/slide1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8' Target='../media/image12.png' Type='http://schemas.openxmlformats.org/officeDocument/2006/relationships/image' />
</Relationships>

</file>

<file path=ppt/slides/_rels/slide1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9' Target='../media/image13.png' Type='http://schemas.openxmlformats.org/officeDocument/2006/relationships/image' />
</Relationships>

</file>

<file path=ppt/slides/_rels/slide1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20' Target='../media/image14.png' Type='http://schemas.openxmlformats.org/officeDocument/2006/relationships/image' />
</Relationships>

</file>

<file path=ppt/slides/_rels/slide1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21' Target='../media/image15.png' Type='http://schemas.openxmlformats.org/officeDocument/2006/relationships/image' />
</Relationships>

</file>

<file path=ppt/slides/_rels/slide17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22' Target='../media/image16.png' Type='http://schemas.openxmlformats.org/officeDocument/2006/relationships/image' />
</Relationships>

</file>

<file path=ppt/slides/_rels/slide18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23' Target='../media/image17.png' Type='http://schemas.openxmlformats.org/officeDocument/2006/relationships/image' />
</Relationships>

</file>

<file path=ppt/slides/_rels/slide19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24' Target='../media/image18.png' Type='http://schemas.openxmlformats.org/officeDocument/2006/relationships/image' />
</Relationships>

</file>

<file path=ppt/slides/_rels/slide20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25' Target='../media/image19.png' Type='http://schemas.openxmlformats.org/officeDocument/2006/relationships/image' />
</Relationships>

</file>

<file path=ppt/slides/_rels/slide2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26' Target='../media/image20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321E4192-0634-4241-BB10-6B81240C082A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 dirty="0" lang="en-us">
                <a:hlinkClick r:id="rId6"/>
              </a:rPr>
              <a:t>rashi project on health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3030768C-C834-4A62-AA5A-D8B689CF1069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10/28/2026 6:14:32 PM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eart disease by age" id="2" name="slide2">
            <a:extLst>
              <a:ext uri="{FF2B5EF4-FFF2-40B4-BE49-F238E27FC236}">
                <a16:creationId xmlns:a16="http://schemas.microsoft.com/office/drawing/2014/main" id="{0138450F-EC76-4C4C-8FF7-0858D600E90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8333" y="105833"/>
            <a:ext cx="4995333" cy="6646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sease Prevalence by BMI Category" id="3" name="slide3">
            <a:extLst>
              <a:ext uri="{FF2B5EF4-FFF2-40B4-BE49-F238E27FC236}">
                <a16:creationId xmlns:a16="http://schemas.microsoft.com/office/drawing/2014/main" id="{18030C2C-955F-4998-AE56-0E4F821953F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6739" y="0"/>
            <a:ext cx="439852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KPI Total Patients" id="4" name="slide4">
            <a:extLst>
              <a:ext uri="{FF2B5EF4-FFF2-40B4-BE49-F238E27FC236}">
                <a16:creationId xmlns:a16="http://schemas.microsoft.com/office/drawing/2014/main" id="{4F62FDB2-DCFA-40C1-B5D1-EF6A5C64847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8133" y="2730500"/>
            <a:ext cx="575733" cy="139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KPI Heart %" id="5" name="slide5">
            <a:extLst>
              <a:ext uri="{FF2B5EF4-FFF2-40B4-BE49-F238E27FC236}">
                <a16:creationId xmlns:a16="http://schemas.microsoft.com/office/drawing/2014/main" id="{5CD36CD9-788F-4E40-8B52-237D0282D2D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8133" y="2861733"/>
            <a:ext cx="575733" cy="1134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KPI Diabetes %" id="6" name="slide6">
            <a:extLst>
              <a:ext uri="{FF2B5EF4-FFF2-40B4-BE49-F238E27FC236}">
                <a16:creationId xmlns:a16="http://schemas.microsoft.com/office/drawing/2014/main" id="{17DFE0AE-512F-40E9-9788-E2DF64C43FC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8133" y="2730500"/>
            <a:ext cx="575733" cy="139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KPI Stroke %" id="7" name="slide7">
            <a:extLst>
              <a:ext uri="{FF2B5EF4-FFF2-40B4-BE49-F238E27FC236}">
                <a16:creationId xmlns:a16="http://schemas.microsoft.com/office/drawing/2014/main" id="{CEC6A637-9199-437F-9204-267AA5551B0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8133" y="2861733"/>
            <a:ext cx="575733" cy="1134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isk Level DIstribution" id="8" name="slide8">
            <a:extLst>
              <a:ext uri="{FF2B5EF4-FFF2-40B4-BE49-F238E27FC236}">
                <a16:creationId xmlns:a16="http://schemas.microsoft.com/office/drawing/2014/main" id="{911E9A35-ABA1-4792-93B4-AEEE0CC6DD8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3700" y="105833"/>
            <a:ext cx="3784600" cy="6646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MI vs Glucose" id="9" name="slide9">
            <a:extLst>
              <a:ext uri="{FF2B5EF4-FFF2-40B4-BE49-F238E27FC236}">
                <a16:creationId xmlns:a16="http://schemas.microsoft.com/office/drawing/2014/main" id="{A238A413-6561-4E36-B52A-5DA5BD9D9B3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7899" y="105833"/>
            <a:ext cx="7696200" cy="6646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ifestyle Heatmap" id="10" name="slide10">
            <a:extLst>
              <a:ext uri="{FF2B5EF4-FFF2-40B4-BE49-F238E27FC236}">
                <a16:creationId xmlns:a16="http://schemas.microsoft.com/office/drawing/2014/main" id="{584D6A60-EBF1-4CE2-A960-2F60529492D2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9600" y="2743200"/>
            <a:ext cx="33528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sease by Alcohol" id="11" name="slide11">
            <a:extLst>
              <a:ext uri="{FF2B5EF4-FFF2-40B4-BE49-F238E27FC236}">
                <a16:creationId xmlns:a16="http://schemas.microsoft.com/office/drawing/2014/main" id="{BF015B8B-9E7C-4C36-8E36-B6878BE205F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9833" y="105833"/>
            <a:ext cx="3852333" cy="6646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sease by Exercise" id="12" name="slide12">
            <a:extLst>
              <a:ext uri="{FF2B5EF4-FFF2-40B4-BE49-F238E27FC236}">
                <a16:creationId xmlns:a16="http://schemas.microsoft.com/office/drawing/2014/main" id="{B38E5690-9178-47D0-9465-39C7AEC26779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9833" y="105833"/>
            <a:ext cx="3852333" cy="6646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ymptoms by Disease" id="13" name="slide13">
            <a:extLst>
              <a:ext uri="{FF2B5EF4-FFF2-40B4-BE49-F238E27FC236}">
                <a16:creationId xmlns:a16="http://schemas.microsoft.com/office/drawing/2014/main" id="{18D587A8-791A-47D8-BD14-567287F8CC14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5569" y="0"/>
            <a:ext cx="334086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sease by Gender" id="14" name="slide14">
            <a:extLst>
              <a:ext uri="{FF2B5EF4-FFF2-40B4-BE49-F238E27FC236}">
                <a16:creationId xmlns:a16="http://schemas.microsoft.com/office/drawing/2014/main" id="{F418D121-C562-46CE-B657-347C3CC9C8A7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9233" y="105833"/>
            <a:ext cx="3293533" cy="6646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P Category" id="15" name="slide15">
            <a:extLst>
              <a:ext uri="{FF2B5EF4-FFF2-40B4-BE49-F238E27FC236}">
                <a16:creationId xmlns:a16="http://schemas.microsoft.com/office/drawing/2014/main" id="{FECB7B3A-3076-47D4-A3C8-73FD5831CA90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0066" y="105833"/>
            <a:ext cx="4351867" cy="6646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holesterol Distribution" id="16" name="slide16">
            <a:extLst>
              <a:ext uri="{FF2B5EF4-FFF2-40B4-BE49-F238E27FC236}">
                <a16:creationId xmlns:a16="http://schemas.microsoft.com/office/drawing/2014/main" id="{88521EDE-6677-480B-8093-9C20F7D04629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33" y="105833"/>
            <a:ext cx="12005734" cy="6646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igh Risk Patients" id="17" name="slide17">
            <a:extLst>
              <a:ext uri="{FF2B5EF4-FFF2-40B4-BE49-F238E27FC236}">
                <a16:creationId xmlns:a16="http://schemas.microsoft.com/office/drawing/2014/main" id="{A9F11B76-EF38-45FE-A91D-F3B0CC8A7BC2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2173" y="0"/>
            <a:ext cx="476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linical risk assessment" id="18" name="slide18">
            <a:extLst>
              <a:ext uri="{FF2B5EF4-FFF2-40B4-BE49-F238E27FC236}">
                <a16:creationId xmlns:a16="http://schemas.microsoft.com/office/drawing/2014/main" id="{49D65C2C-055A-41E0-AC65-C8806072150A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66136"/>
            <a:ext cx="12192000" cy="4925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KPI High risk" id="19" name="slide19">
            <a:extLst>
              <a:ext uri="{FF2B5EF4-FFF2-40B4-BE49-F238E27FC236}">
                <a16:creationId xmlns:a16="http://schemas.microsoft.com/office/drawing/2014/main" id="{C5C2D52D-814B-4583-9E08-C6828E5848D8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8133" y="2861733"/>
            <a:ext cx="575733" cy="1134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yfestyle and behaviour" id="20" name="slide20">
            <a:extLst>
              <a:ext uri="{FF2B5EF4-FFF2-40B4-BE49-F238E27FC236}">
                <a16:creationId xmlns:a16="http://schemas.microsoft.com/office/drawing/2014/main" id="{017D85F3-F96E-415A-8233-29B60D7F6923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66136"/>
            <a:ext cx="12192000" cy="4925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opulation health" id="21" name="slide21">
            <a:extLst>
              <a:ext uri="{FF2B5EF4-FFF2-40B4-BE49-F238E27FC236}">
                <a16:creationId xmlns:a16="http://schemas.microsoft.com/office/drawing/2014/main" id="{ABF6693F-222B-452F-A5AD-E1D22C25239C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66136"/>
            <a:ext cx="12192000" cy="4925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21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2026-10-28T18:14:34Z</dcterms:created>
  <dcterms:modified xsi:type="dcterms:W3CDTF">2026-10-28T18:14:34Z</dcterms:modified>
</cp:coreProperties>
</file>